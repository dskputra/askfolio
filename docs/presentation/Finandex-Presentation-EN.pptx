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ndex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EEF3EF"/>
                </a:solidFill>
                <a:latin typeface="Arial"/>
              </a:rPr>
              <a:t>Finandex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9F23A"/>
                </a:solidFill>
                <a:latin typeface="Arial"/>
              </a:rPr>
              <a:t>Global Financial Market Indexing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DB0A4"/>
                </a:solidFill>
                <a:latin typeface="Arial"/>
              </a:rPr>
              <a:t>27 data-grounded chatbots for markets, economics, and law — including financial law and help for scam victims</a:t>
            </a:r>
          </a:p>
        </p:txBody>
      </p:sp>
      <p:pic>
        <p:nvPicPr>
          <p:cNvPr id="6" name="Picture 5" descr="dskp-mark-on-dark-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2356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565099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EF3EF"/>
                </a:solidFill>
                <a:latin typeface="Arial"/>
              </a:rPr>
              <a:t>by Dea Saka Kurnia Putra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650992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October 2026 · finandex-beta.vercel.app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Data is everywhere, trust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9F23A"/>
                </a:solidFill>
                <a:latin typeface="Arial"/>
              </a:rPr>
              <a:t>Scattered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EF"/>
                </a:solidFill>
                <a:latin typeface="Arial"/>
              </a:rPr>
              <a:t>Prices, macro, startup, and social data live in many sources with different formats, quality, and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945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3774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9F23A"/>
                </a:solidFill>
                <a:latin typeface="Arial"/>
              </a:rPr>
              <a:t>Not traceable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063240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EF"/>
                </a:solidFill>
                <a:latin typeface="Arial"/>
              </a:rPr>
              <a:t>General chatbots answer fluently but rarely show where a number came from, its date, or how it was computed.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945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23774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020"/>
                </a:solidFill>
                <a:latin typeface="Arial"/>
              </a:rPr>
              <a:t>Scam victims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3063240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EF"/>
                </a:solidFill>
                <a:latin typeface="Arial"/>
              </a:rPr>
              <a:t>Financial fraud keeps rising; victims need immediate steps, official channels, and a clear legal basis.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Every answer traces back to its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Numbers only from SHA-256-verified datasets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Chart, source, as-of date, and formula in every answer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One computation path: chat = feature tabs (same tools)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Legal quotes from official regulation texts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No accounts, no tracking, offline, two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1911096"/>
            <a:ext cx="5230368" cy="33101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65960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The platform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verified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official financial-law texts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362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read-only analytics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automated tests passing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128/128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chatbot evaluation (mock)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59/59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Python ↔ TypeScript parity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interactive feature panels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27 Dex in 8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Global Markets &amp; Equities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Finandex AI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NASDAQDex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SnP500Dex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CommerceDex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IPODex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Indonesian Markets &amp; Economy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IDFinanDex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RupiahDex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IDXDex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ReksaDex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Crypto &amp; Global Macro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CryptDex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CentralBankDex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InflationDex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Startups, VC &amp; 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StartupDex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VCDex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VCNetworkDex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OpenCompanyDex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Cost of Living, Work &amp; Household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SalaryDex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CostLivingDex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IDHousingDex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IDFoodDeliveryDex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Social &amp;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PovertyDex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PopulationDex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HomelessnessDex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HousingDex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Sentiment &amp; Personal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FintechDex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PersonalFinanDex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Law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My LAIwyer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Home: a map of every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773936"/>
            <a:ext cx="7059168" cy="44531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"Ask Finandex AI" box + cross-category suggestions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6-asset summary with sparklines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Whitepaper: download PDF ID / EN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Feature map: search, categories, Indonesia filter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"As of" strip for every 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DEX PAGE &amp;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Feature tabs and self-explaining answer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865376"/>
            <a:ext cx="5596128" cy="35387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x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54496" y="1865376"/>
            <a:ext cx="5596128" cy="35387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t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A4"/>
                </a:solidFill>
                <a:latin typeface="Arial"/>
              </a:rPr>
              <a:t>Feature tabs run the same tools as the chatbot, right in the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57784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A4"/>
                </a:solidFill>
                <a:latin typeface="Arial"/>
              </a:rPr>
              <a:t>"Why this answer?" panel: data, period, rows, formulas.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MY LAIWYER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Help for financial-scam victims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773936"/>
            <a:ext cx="6510528" cy="41102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m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00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8288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800">
                <a:solidFill>
                  <a:srgbClr val="19F23A"/>
                </a:solidFill>
              </a:rPr>
              <a:t>■  </a:t>
            </a:r>
            <a:r>
              <a:rPr sz="1400">
                <a:solidFill>
                  <a:srgbClr val="EEF3EF"/>
                </a:solidFill>
                <a:latin typeface="Arial"/>
              </a:rPr>
              <a:t>8 scenarios: OTP/phishing, fraudulent investment, illegal loans, mistaken transfer, tricked transfer, skimming, money mule, data leak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800">
                <a:solidFill>
                  <a:srgbClr val="19F23A"/>
                </a:solidFill>
              </a:rPr>
              <a:t>■  </a:t>
            </a:r>
            <a:r>
              <a:rPr sz="1400">
                <a:solidFill>
                  <a:srgbClr val="EEF3EF"/>
                </a:solidFill>
                <a:latin typeface="Arial"/>
              </a:rPr>
              <a:t>Immediate steps + official channels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800">
                <a:solidFill>
                  <a:srgbClr val="19F23A"/>
                </a:solidFill>
              </a:rPr>
              <a:t>■  </a:t>
            </a:r>
            <a:r>
              <a:rPr sz="1400">
                <a:solidFill>
                  <a:srgbClr val="EEF3EF"/>
                </a:solidFill>
                <a:latin typeface="Arial"/>
              </a:rPr>
              <a:t>Legal basis quoted from the regulations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617720"/>
            <a:ext cx="4389120" cy="16002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4681728"/>
            <a:ext cx="41148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Your bank → block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IASC · iasc.ojk.go.id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OJK Contact 157 · PASTI Task Force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Police · BI Bicara 131 · Emergency 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MY LAIWYER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Financial-sector law corpus: 19 official texts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4864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Document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Pp.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4/2023 (Financial Sector Development)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4/2026 (P2SK amendment)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21/2011 (OJK)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7/1992 (Banking)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10/1998 (Banking amendment)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23/1999 (Bank Indonesia)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24/2004 (Deposit Insurance)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8/1999 (Consumer Protection)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3/2011 (Fund Transfer)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8/2010 (Anti-Money Laundering)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82880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Document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Pp.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11/2008 (EIT)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19/2016 (EIT amendment)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1/2024 (2nd EIT amendment)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27/2022 (Personal Data Protection)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Law 1/2023 (new Criminal Code)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OJK Reg. 22/2023 (Consumer Protection)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OJK Reg. 12/2024 (Anti-Fraud)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OJK Reg. 40/2024 (P2P Lending)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BI Reg. 3/2023 (Consumer Protection)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0A4"/>
                </a:solidFill>
                <a:latin typeface="Arial"/>
              </a:rPr>
              <a:t>Sources: peraturan.go.id · ojk.go.id · JDIH BPK — pinned SHA-256; statutory texts are not copyrighted (Law 28/2014 Art. 42).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A verified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42 datasets + 19 legal PDFs: size, SHA-256, archive contents.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Streaming ZIP/CSV/Parquet/PDF; third-party content = data.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Spikes, FX bad prints, carry-forward, dedupe, privacy.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691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Zod schemas, ≤ 10 digits, no NaN; golden 62/62.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2863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core (offline) + heavy; SHA-256 manifest.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DB0A4"/>
                </a:solidFill>
                <a:latin typeface="Arial"/>
              </a:rPr>
              <a:t>Analytics are ported 1:1 from the Python reference and tested against golden values (relative tolerance 1e-6). The same formulas appear in the explanation panel.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One codebase, one number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TypeScript, tsx: data/inputs → public/data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Static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CDN + CORS; service-worker cache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362 read-only tools, strict zod schemas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691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/api/chat: validation, rate limit, orchestrator, SSE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2863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React PWA + Capacitor; feature tabs run tools in the browser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114800"/>
          <a:ext cx="110642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9F23A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9F23A"/>
                          </a:solidFill>
                          <a:latin typeface="Arial"/>
                        </a:rPr>
                        <a:t>How it works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AI (Claude)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The model picks tools with strict schemas and writes analysis only from tool results (≤ 8 turns, ≤ 12 tools).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Data (no model)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Deterministic router: entities, periods, rankings, options, countries, scam scenarios, legal topics; answers assembled from tool results.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Technology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9F23A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9F23A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Language &amp; runtime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TypeScript 6.0 (strict) · Node.js 24 LTS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React 19.3 · React Router 8.5 · Vite 8.3 · Tailwind CSS 4.3 · Radix UI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Charts &amp; documents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Apache ECharts 6.1 · pdf.js 6.4 (WASM CCITT/JBIG2)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Client data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TanStack Query 5 · Zustand 5 · IndexedDB (idb-keyval) · TanStack Virtual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Schemas &amp; search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Zod 4.6 · MiniSearch 7.2 (BM25)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ETL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tsx · PapaParse · hyparquet · fflate · pdf.js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Server &amp; AI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Vercel/Netlify Functions (Web Fetch API) · esbuild · Anthropic Claude SDK 1.0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PWA &amp; native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vite-plugin-pwa 2.0 · Workbox 7.4 · Capacitor 8.5 (Android, iOS)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Vitest 5 · Playwright 1.64 · axe-core · ESLint 9 · size-limit · Lighthouse CI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Infrastructure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GitHub (repo, Actions, Releases) · Vercel · Netlify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"Zero-defect" quality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lint &amp; typecheck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793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tests passing · 96%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62/62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golden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128/128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chatbot eval · safety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324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suggested questions answered from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serious axe violations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≥ 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Lighthouse gate (CI)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npm audit vulnerabilities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Secure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No accounts, no third-party analytics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History &amp; preferences stay on the device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Blocks seed phrases, private keys, cards, IDs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The server does not store message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Strict CSP, HSTS, CORS allowlist, rate limits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Prompt-injection defence: data ≠ instructions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gitleaks, npm audit, licence checker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Privacy policy refers to PDP Law 27/2022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From repository to web and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9F23A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9F23A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GitHub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github.com/DSKPutra/finandex_beta · releases data-inputs-v1, law-docs-v1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Vercel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finandex-beta.vercel.app — production (web + API)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Netlify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Configuration ready; site finandex-beta awaiting account credits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GitHub Actions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ci · parity · promote · android · ios · deploy-fallback · eval-live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Android / iOS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Capacitor 8 — APK/AAB &amp; IPA built in CI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AI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Enable Claude in production; live eval ≥ 95%.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Amended Constitution, Civil Code, HIR/RBg, implementing rules.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Licensing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Confirm dataset licences for distribution.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691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App stores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Release Android &amp; iOS.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2863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Periodic updates with golden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ndex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92024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EF3E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9F23A"/>
                </a:solidFill>
                <a:latin typeface="Arial"/>
              </a:rPr>
              <a:t>finandex-beta.vercel.app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9F23A"/>
                </a:solidFill>
                <a:latin typeface="Arial"/>
              </a:rPr>
              <a:t>finandex-beta.vercel.app/whitepaper — PDF ID / EN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9F23A"/>
                </a:solidFill>
                <a:latin typeface="Arial"/>
              </a:rPr>
              <a:t>github.com/DSKPutra/finandex_beta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EF3EF"/>
                </a:solidFill>
                <a:latin typeface="Arial"/>
              </a:rPr>
              <a:t>Finandex is designed and developed by Dea Saka Kurnia Putra — A BRIGHTER TOMORROW THROUGH MEANINGFUL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Historical data for information and education — not investment, financial, or legal advice. Data is not real-time.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0A4"/>
                </a:solidFill>
                <a:latin typeface="Arial"/>
              </a:rPr>
              <a:t>© 2026 Dea Saka Kurnia Putra.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Finandex</dc:title>
  <dc:subject>Finandex platform presentation</dc:subject>
  <dc:creator>Dea Saka Kurnia Putra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